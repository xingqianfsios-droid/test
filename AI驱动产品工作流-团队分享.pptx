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驱动产品工作流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从用户洞察到产品上线的完整闭环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09728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TalkLingo 团队内部分享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4297680"/>
            <a:ext cx="502920" cy="50292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4423410"/>
            <a:ext cx="251460" cy="2514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60320" y="4297680"/>
            <a:ext cx="502920" cy="502920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4423410"/>
            <a:ext cx="251460" cy="2514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023360" y="4297680"/>
            <a:ext cx="502920" cy="50292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090" y="4423410"/>
            <a:ext cx="251460" cy="2514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486400" y="4297680"/>
            <a:ext cx="502920" cy="50292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130" y="4423410"/>
            <a:ext cx="251460" cy="2514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949440" y="4297680"/>
            <a:ext cx="502920" cy="5029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170" y="4423410"/>
            <a:ext cx="251460" cy="2514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为什么需要这套工作流？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传统流程 vs AI 驱动流程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393192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传统流程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文档 → 设计师脑补交互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11880" y="2148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697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全套出图 → 评审 → 返工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2697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开发按图实现 → 发现逻辑不通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3246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794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来回修改 → 延期上线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11880" y="3794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35661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89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总计 6-11 周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463040"/>
            <a:ext cx="39319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AI 驱动流程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37760" y="21488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57800" y="2148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原型验证交互（可体验）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09560" y="2148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2697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2697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设计师视觉适配（非从零设计）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09560" y="2697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2461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57800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开发按行为规格实现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09560" y="3246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37947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57800" y="3794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联调上线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909560" y="3794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天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4297680"/>
            <a:ext cx="35661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4389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总计 3-5 周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完整工作流：5 个阶段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每个阶段都有 AI 加速，端到端闭环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46304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14630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717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834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洞察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用户研究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" y="3657600"/>
            <a:ext cx="1243584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36576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Netnography + AI 分析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783080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103120" y="1417320"/>
            <a:ext cx="146304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103120" y="1417320"/>
            <a:ext cx="14630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3"/>
          <p:cNvSpPr/>
          <p:nvPr/>
        </p:nvSpPr>
        <p:spPr>
          <a:xfrm>
            <a:off x="2194560" y="1600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514600" y="2011680"/>
            <a:ext cx="640080" cy="640080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620" y="217170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194560" y="2834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原型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219456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交互验证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212848" y="3657600"/>
            <a:ext cx="1243584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8"/>
          <p:cNvSpPr/>
          <p:nvPr/>
        </p:nvSpPr>
        <p:spPr>
          <a:xfrm>
            <a:off x="2212848" y="36576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Artifact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3520440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3840480" y="1417320"/>
            <a:ext cx="146304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840480" y="1417320"/>
            <a:ext cx="1463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2"/>
          <p:cNvSpPr/>
          <p:nvPr/>
        </p:nvSpPr>
        <p:spPr>
          <a:xfrm>
            <a:off x="3931920" y="1600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251960" y="2011680"/>
            <a:ext cx="640080" cy="64008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2171700"/>
            <a:ext cx="320040" cy="3200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931920" y="2834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设计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393192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视觉适配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3950208" y="3657600"/>
            <a:ext cx="1243584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27"/>
          <p:cNvSpPr/>
          <p:nvPr/>
        </p:nvSpPr>
        <p:spPr>
          <a:xfrm>
            <a:off x="3950208" y="36576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+ Design System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257800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577840" y="1417320"/>
            <a:ext cx="146304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577840" y="1417320"/>
            <a:ext cx="1463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1"/>
          <p:cNvSpPr/>
          <p:nvPr/>
        </p:nvSpPr>
        <p:spPr>
          <a:xfrm>
            <a:off x="5669280" y="1600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5989320" y="2011680"/>
            <a:ext cx="640080" cy="64008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340" y="2171700"/>
            <a:ext cx="320040" cy="32004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669280" y="2834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开发</a:t>
            </a:r>
            <a:endParaRPr lang="en-US" sz="2000" dirty="0"/>
          </a:p>
        </p:txBody>
      </p:sp>
      <p:sp>
        <p:nvSpPr>
          <p:cNvPr id="40" name="Text 34"/>
          <p:cNvSpPr/>
          <p:nvPr/>
        </p:nvSpPr>
        <p:spPr>
          <a:xfrm>
            <a:off x="566928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功能实现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5687568" y="3657600"/>
            <a:ext cx="1243584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6"/>
          <p:cNvSpPr/>
          <p:nvPr/>
        </p:nvSpPr>
        <p:spPr>
          <a:xfrm>
            <a:off x="5687568" y="36576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+ GitHub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6995160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44" name="Shape 38"/>
          <p:cNvSpPr/>
          <p:nvPr/>
        </p:nvSpPr>
        <p:spPr>
          <a:xfrm>
            <a:off x="7315200" y="1417320"/>
            <a:ext cx="146304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7315200" y="141732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0"/>
          <p:cNvSpPr/>
          <p:nvPr/>
        </p:nvSpPr>
        <p:spPr>
          <a:xfrm>
            <a:off x="7406640" y="1600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7" name="Shape 41"/>
          <p:cNvSpPr/>
          <p:nvPr/>
        </p:nvSpPr>
        <p:spPr>
          <a:xfrm>
            <a:off x="7726680" y="201168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700" y="2171700"/>
            <a:ext cx="320040" cy="32004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7406640" y="2834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上线</a:t>
            </a:r>
            <a:endParaRPr lang="en-US" sz="2000" dirty="0"/>
          </a:p>
        </p:txBody>
      </p:sp>
      <p:sp>
        <p:nvSpPr>
          <p:cNvPr id="50" name="Text 43"/>
          <p:cNvSpPr/>
          <p:nvPr/>
        </p:nvSpPr>
        <p:spPr>
          <a:xfrm>
            <a:off x="740664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发布迭代</a:t>
            </a:r>
            <a:endParaRPr lang="en-US" sz="1100" dirty="0"/>
          </a:p>
        </p:txBody>
      </p:sp>
      <p:sp>
        <p:nvSpPr>
          <p:cNvPr id="51" name="Shape 44"/>
          <p:cNvSpPr/>
          <p:nvPr/>
        </p:nvSpPr>
        <p:spPr>
          <a:xfrm>
            <a:off x="7424928" y="3657600"/>
            <a:ext cx="1243584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2" name="Text 45"/>
          <p:cNvSpPr/>
          <p:nvPr/>
        </p:nvSpPr>
        <p:spPr>
          <a:xfrm>
            <a:off x="7424928" y="36576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+ 监控</a:t>
            </a:r>
            <a:endParaRPr lang="en-US" sz="850" dirty="0"/>
          </a:p>
        </p:txBody>
      </p:sp>
      <p:sp>
        <p:nvSpPr>
          <p:cNvPr id="53" name="Shape 46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54" name="Text 47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核心理念：原型替代 PRD 成为需求载体 — "Prototypes are the new PRDs" (Figma, 2025)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64008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用户洞察 — 数据驱动找到真需求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280160"/>
            <a:ext cx="594360" cy="59436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14287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网络民族志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2468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知乎/小红书/Reddit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真实用户痛点挖掘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4028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514600" y="10515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280160"/>
            <a:ext cx="594360" cy="594360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270" y="142875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5176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数据分析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651760" y="2468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批量分析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5000+ 条用户评论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38912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4663440" y="10515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03520" y="1280160"/>
            <a:ext cx="594360" cy="59436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2110" y="1428750"/>
            <a:ext cx="297180" cy="2971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0060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模式识别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800600" y="2468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提取高频痛点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形成假设清单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53796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812280" y="10515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452360" y="1280160"/>
            <a:ext cx="594360" cy="59436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950" y="1428750"/>
            <a:ext cx="297180" cy="2971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4944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洞察报告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949440" y="2468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可执行的设计方向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不是空洞的数据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388620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7200" y="3886200"/>
            <a:ext cx="73152" cy="9601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Text 24"/>
          <p:cNvSpPr/>
          <p:nvPr/>
        </p:nvSpPr>
        <p:spPr>
          <a:xfrm>
            <a:off x="7315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本阶段产出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31520" y="4251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用户痛点清单 + 优先级排序  ·  竞品对比分析  ·  设计方向假设（如："口语输出是最大未满足需求"）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640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原型 — 小时级验证交互方案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独立完成，不依赖设计和开发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554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描述洞察和交互想法给 Claude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15544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10312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057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生成可交互原型（Artifact）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0574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60604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560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 → 发现问题 → 口头描述修改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2560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10896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 3-5 轮到满意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3063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hrs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3611880"/>
            <a:ext cx="292608" cy="29260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35661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分享链接给团队和潜在用户体验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35661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3749040" cy="502920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114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原型 = 可交互的需求文档，替代传统 PRD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63440" y="96012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原型能验证什么？</a:t>
            </a:r>
            <a:endParaRPr lang="en-US" sz="13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609344"/>
            <a:ext cx="228600" cy="2286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166360" y="1554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交互流程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263640" y="1554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对话轮次、纠错弹窗、跟读练习</a:t>
            </a:r>
            <a:endParaRPr lang="en-US" sz="11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12264"/>
            <a:ext cx="228600" cy="2286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166360" y="20574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 AI 行为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6263640" y="2057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母语教学模式、上下文回应</a:t>
            </a:r>
            <a:endParaRPr lang="en-US" sz="11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615184"/>
            <a:ext cx="228600" cy="2286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166360" y="2560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 ASR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6263640" y="2560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浏览器语音识别，非模拟</a:t>
            </a:r>
            <a:endParaRPr lang="en-US" sz="110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18104"/>
            <a:ext cx="228600" cy="22860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166360" y="3063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多语言体验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6263640" y="3063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中/英/日/印尼语完整切换</a:t>
            </a:r>
            <a:endParaRPr lang="en-US" sz="110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621024"/>
            <a:ext cx="228600" cy="22860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166360" y="35661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用户反馈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6263640" y="3566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分享链接即可收集真实意见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4846320" y="4114800"/>
            <a:ext cx="3749040" cy="502920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47" name="Text 40"/>
          <p:cNvSpPr/>
          <p:nvPr/>
        </p:nvSpPr>
        <p:spPr>
          <a:xfrm>
            <a:off x="4983480" y="4114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产出：原型链接 + 录屏 + 行为规格文档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原型如何流转到设计和开发？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三个交付物，并行启动设计和开发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原型链接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团队成员直接体验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完整交互流程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所有边界情况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18872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371600"/>
            <a:ext cx="457200" cy="45720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4859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录屏 Demo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20440" y="1920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分钟 Loom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覆盖核心场景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解说设计意图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1371600"/>
            <a:ext cx="457200" cy="45720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4859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行为规格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0" y="1920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按模块描述行为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不写技术方案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开发自行决定实现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4008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并行推进 — 不串行等待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40080" y="3840480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7"/>
          <p:cNvSpPr/>
          <p:nvPr/>
        </p:nvSpPr>
        <p:spPr>
          <a:xfrm>
            <a:off x="64008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1051560" y="3886200"/>
            <a:ext cx="2286000" cy="182880"/>
          </a:xfrm>
          <a:prstGeom prst="rect">
            <a:avLst/>
          </a:prstGeom>
          <a:solidFill>
            <a:srgbClr val="8B5CF6">
              <a:alpha val="7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1097280" y="37307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视觉系统适配 + 边缘状态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3474720" y="3886200"/>
            <a:ext cx="1371600" cy="18288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3520440" y="37307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走查调整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40080" y="434340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3"/>
          <p:cNvSpPr/>
          <p:nvPr/>
        </p:nvSpPr>
        <p:spPr>
          <a:xfrm>
            <a:off x="64008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1051560" y="4389120"/>
            <a:ext cx="1371600" cy="18288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1097280" y="4233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 Prompt + API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2560320" y="4389120"/>
            <a:ext cx="2286000" cy="18288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2606040" y="42336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页面 + ASR 集成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983480" y="4389120"/>
            <a:ext cx="1371600" cy="18288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5029200" y="4233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联调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583680" y="3840480"/>
            <a:ext cx="1828800" cy="777240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6583680" y="3840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上线</a:t>
            </a:r>
            <a:endParaRPr lang="en-US" sz="1500" dirty="0"/>
          </a:p>
        </p:txBody>
      </p:sp>
      <p:sp>
        <p:nvSpPr>
          <p:cNvPr id="37" name="Shape 32"/>
          <p:cNvSpPr/>
          <p:nvPr/>
        </p:nvSpPr>
        <p:spPr>
          <a:xfrm>
            <a:off x="4937760" y="3977640"/>
            <a:ext cx="15544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38" name="Shape 33"/>
          <p:cNvSpPr/>
          <p:nvPr/>
        </p:nvSpPr>
        <p:spPr>
          <a:xfrm>
            <a:off x="6400800" y="4480560"/>
            <a:ext cx="182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64008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设计师角色转变 — 从"全套出图"到"精准赋能"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060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91440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51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必做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005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视觉系统适配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把原型的通用 UI 穿上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TalkLingo 品牌的衣服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颜色、字体、图标、间距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动效曲线、组件规范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6060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51560"/>
            <a:ext cx="9144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051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1005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42900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边缘状态补全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19659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原型验证的是 happy path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设计师需要补全：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空状态、错误状态、加载态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首次引导、多屏适配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6060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051560"/>
            <a:ext cx="9144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051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大幅减少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89520" y="1005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0936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新页面设计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19659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核心交互已由原型验证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只需处理原型未覆盖的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辅助页面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工作量减少 40-60%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6400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开发 — Slack + Claude Code + GitHub 闭环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502920" cy="502920"/>
          </a:xfrm>
          <a:prstGeom prst="ellipse">
            <a:avLst/>
          </a:prstGeom>
          <a:solidFill>
            <a:srgbClr val="E01E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31445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874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240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在频道描述需求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附行为规格文档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463040" y="1280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03120" y="1188720"/>
            <a:ext cx="502920" cy="502920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131445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1874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828800" y="2240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自动创建任务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分配到工程师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834640" y="1280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474720" y="1188720"/>
            <a:ext cx="502920" cy="50292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131445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91840" y="1874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200400" y="2240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理解代码库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生成实现代码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206240" y="1280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4846320" y="1188720"/>
            <a:ext cx="502920" cy="502920"/>
          </a:xfrm>
          <a:prstGeom prst="ellipse">
            <a:avLst/>
          </a:prstGeom>
          <a:solidFill>
            <a:srgbClr val="33415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131445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663440" y="1874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PR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0" y="2240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自动提交代码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 CI 检查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5577840" y="1280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6217920" y="1188720"/>
            <a:ext cx="502920" cy="5029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131445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035040" y="1874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人工审查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943600" y="2240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工程师 Review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确保质量安全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6949440" y="1280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7589520" y="1188720"/>
            <a:ext cx="502920" cy="502920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0" y="131445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406640" y="1874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合并上线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7315200" y="2240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任务自动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标记为完成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548640" y="3200400"/>
            <a:ext cx="8046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28"/>
          <p:cNvSpPr/>
          <p:nvPr/>
        </p:nvSpPr>
        <p:spPr>
          <a:xfrm>
            <a:off x="64008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TalkLingo 开发优先级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640080" y="3749040"/>
            <a:ext cx="4114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Text 30"/>
          <p:cNvSpPr/>
          <p:nvPr/>
        </p:nvSpPr>
        <p:spPr>
          <a:xfrm>
            <a:off x="640080" y="37490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1188720" y="37490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核心对话 + Prompt 模板 + 评估报告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640080" y="4096512"/>
            <a:ext cx="4114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3"/>
          <p:cNvSpPr/>
          <p:nvPr/>
        </p:nvSpPr>
        <p:spPr>
          <a:xfrm>
            <a:off x="640080" y="40965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1188720" y="40965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纠错检测 + 跟读练习 + MS Speech 集成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640080" y="4443984"/>
            <a:ext cx="41148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36"/>
          <p:cNvSpPr/>
          <p:nvPr/>
        </p:nvSpPr>
        <p:spPr>
          <a:xfrm>
            <a:off x="640080" y="44439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1188720" y="444398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点击查词 + AI Tips + 里程碑提示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工具链全景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每个阶段的核心工具 + 连接方式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0" y="1828800"/>
            <a:ext cx="2194560" cy="219456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90500" dist="50800" dir="16200000">
              <a:srgbClr val="6366F1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3317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中枢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8680" y="1005840"/>
            <a:ext cx="548640" cy="548640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430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1645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原型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995160" y="1005840"/>
            <a:ext cx="548640" cy="54864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14300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66560" y="1645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代码生成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868680" y="3291840"/>
            <a:ext cx="548640" cy="54864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2900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0080" y="3931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任务管理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6995160" y="3291840"/>
            <a:ext cx="548640" cy="548640"/>
          </a:xfrm>
          <a:prstGeom prst="ellipse">
            <a:avLst/>
          </a:prstGeom>
          <a:solidFill>
            <a:srgbClr val="47556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342900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66560" y="3931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代码仓库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1554480" y="1463040"/>
            <a:ext cx="19202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</p:sp>
      <p:sp>
        <p:nvSpPr>
          <p:cNvPr id="20" name="Shape 13"/>
          <p:cNvSpPr/>
          <p:nvPr/>
        </p:nvSpPr>
        <p:spPr>
          <a:xfrm>
            <a:off x="5669280" y="1463040"/>
            <a:ext cx="11887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</p:sp>
      <p:sp>
        <p:nvSpPr>
          <p:cNvPr id="21" name="Shape 14"/>
          <p:cNvSpPr/>
          <p:nvPr/>
        </p:nvSpPr>
        <p:spPr>
          <a:xfrm>
            <a:off x="1554480" y="3749040"/>
            <a:ext cx="19202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</p:sp>
      <p:sp>
        <p:nvSpPr>
          <p:cNvPr id="22" name="Shape 15"/>
          <p:cNvSpPr/>
          <p:nvPr/>
        </p:nvSpPr>
        <p:spPr>
          <a:xfrm>
            <a:off x="5669280" y="3749040"/>
            <a:ext cx="11887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</p:sp>
      <p:sp>
        <p:nvSpPr>
          <p:cNvPr id="23" name="Shape 16"/>
          <p:cNvSpPr/>
          <p:nvPr/>
        </p:nvSpPr>
        <p:spPr>
          <a:xfrm>
            <a:off x="3108960" y="4434840"/>
            <a:ext cx="2926080" cy="365760"/>
          </a:xfrm>
          <a:prstGeom prst="rect">
            <a:avLst/>
          </a:prstGeom>
          <a:solidFill>
            <a:srgbClr val="6366F1">
              <a:alpha val="20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3108960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MCP 协议连接所有工具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落地路线图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19202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280160"/>
            <a:ext cx="82296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1-2 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打地基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搭建 Slack + Linear + GitHub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 Claude Code，连接 MCP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编写 CLAUDE.md 项目说明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14600" y="105156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051560"/>
            <a:ext cx="19202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1280160"/>
            <a:ext cx="82296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280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3-4 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小步试跑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51760" y="219456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完成 1 个原型验证闭环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工程师修复 2-3 个小 Bug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设计师完成 1 个视觉适配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51560"/>
            <a:ext cx="19202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0600" y="1280160"/>
            <a:ext cx="82296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280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5-6 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全面推进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800600" y="219456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原型驱动需求成为标准流程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非技术团队使用 #ask-claude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代码原型工作流推广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12280" y="1051560"/>
            <a:ext cx="192024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12280" y="105156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6949440" y="1280160"/>
            <a:ext cx="82296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1280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7-8 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持续优化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949440" y="219456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量化效果（交付周期、Bug 时间）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根据反馈优化 CLAUDE.md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探索数据集成自动化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6366F1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循序渐进 — 从小任务开始验证，成功后再扩大范围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核心原则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原型即需求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可交互的原型替代 PRD 文档，减少误解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80467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92024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9202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1920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并行不串行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设计和开发同时启动，缩短 40% 周期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80467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651760"/>
            <a:ext cx="54864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6517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2651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行为不方案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74720" y="26517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告诉开发「做什么」，而非「怎么做」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80467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38328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3832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3383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人工是底线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474720" y="33832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生成的每一行代码都必须经过人类确认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11480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148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71600" y="4114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是中枢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474720" y="41148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所有信息在 Slack 流动，一站式完成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不是替代人，而是让人聚焦在更重要的事情上。"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驱动产品工作流</dc:title>
  <dc:subject>PptxGenJS Presentation</dc:subject>
  <dc:creator>TalkLingo Team</dc:creator>
  <cp:lastModifiedBy>TalkLingo Team</cp:lastModifiedBy>
  <cp:revision>1</cp:revision>
  <dcterms:created xsi:type="dcterms:W3CDTF">2026-02-27T04:45:21Z</dcterms:created>
  <dcterms:modified xsi:type="dcterms:W3CDTF">2026-02-27T04:45:21Z</dcterms:modified>
</cp:coreProperties>
</file>